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🍽️ Analyse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A8C44"/>
                </a:solidFill>
              </a:rPr>
              <a:t>Restaurants Touristiques — Pays de la Loire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Source : Nantes Métropole Open Data | 3 359 restaurants | 4 départements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Contexte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8C44"/>
                </a:solidFill>
              </a:rPr>
              <a:t>📦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188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Nantes Métropole Open Data — offre touristique restauration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8C44"/>
                </a:solidFill>
              </a:rPr>
              <a:t>📊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031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3 359 restaurants, 49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8C44"/>
                </a:solidFill>
              </a:rPr>
              <a:t>🗺️ Couverture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17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Loire-Atlantique, Maine-et-Loire, Sarthe, Mayenne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8C44"/>
                </a:solidFill>
              </a:rPr>
              <a:t>🎯 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9319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Analyser la répartition géographique et les catégories
de restaurants via des requêtes SQL avancées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A8C44"/>
                </a:solidFill>
              </a:rPr>
              <a:t>🛠️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8463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Python (Pandas, SQLite3, Plotly, Seaborn) +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Requêtes SQL &amp;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8C44"/>
                </a:solidFill>
              </a:rPr>
              <a:t>COUNT +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→ Loire-Atlantique concentre 46% des restaurants (1 547)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8C44"/>
                </a:solidFill>
              </a:rPr>
              <a:t>RANK() OVER PARTITION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→ Saint-Nazaire #1 en Loire-Atlantique devant Nantes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8C44"/>
                </a:solidFill>
              </a:rPr>
              <a:t>CTE + RANK()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→ Cuisine traditionnelle domine dans les 4 départements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8C44"/>
                </a:solidFill>
              </a:rPr>
              <a:t>NTILE()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→ Classement des communes en quartiles de densité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A8C44"/>
                </a:solidFill>
              </a:rPr>
              <a:t>LAG()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5C"/>
                </a:solidFill>
              </a:rPr>
              <a:t>→ Écart max entre communes : Saint-Nazaire → Laval (-27)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🏆 Loire-Atlantique concentre 46% des restaurants (1 547 / 3 359)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🌊 Effet tourisme côtier : Saint-Nazaire devant Nantes en Loire-Atlantique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🍽️ Cuisine traditionnelle domine dans les 4 départements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🍷 Maine-et-Loire se distingue avec la gastronomie en #2 — effet vignoble Anjou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🌿 Mayenne profil rural — bistrot/bar à vin en #2 vs restauration rapide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